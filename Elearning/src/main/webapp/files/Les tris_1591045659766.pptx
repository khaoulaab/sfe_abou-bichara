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0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B495D-1A93-47EE-BEBA-53C383DD2668}" type="datetimeFigureOut">
              <a:rPr lang="fr-FR" smtClean="0"/>
              <a:pPr/>
              <a:t>07/03/2018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988F8-4CF9-48B4-8EC0-5423B445388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B495D-1A93-47EE-BEBA-53C383DD2668}" type="datetimeFigureOut">
              <a:rPr lang="fr-FR" smtClean="0"/>
              <a:pPr/>
              <a:t>07/03/2018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988F8-4CF9-48B4-8EC0-5423B445388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B495D-1A93-47EE-BEBA-53C383DD2668}" type="datetimeFigureOut">
              <a:rPr lang="fr-FR" smtClean="0"/>
              <a:pPr/>
              <a:t>07/03/2018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988F8-4CF9-48B4-8EC0-5423B445388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B495D-1A93-47EE-BEBA-53C383DD2668}" type="datetimeFigureOut">
              <a:rPr lang="fr-FR" smtClean="0"/>
              <a:pPr/>
              <a:t>07/03/2018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988F8-4CF9-48B4-8EC0-5423B445388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B495D-1A93-47EE-BEBA-53C383DD2668}" type="datetimeFigureOut">
              <a:rPr lang="fr-FR" smtClean="0"/>
              <a:pPr/>
              <a:t>07/03/2018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988F8-4CF9-48B4-8EC0-5423B445388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B495D-1A93-47EE-BEBA-53C383DD2668}" type="datetimeFigureOut">
              <a:rPr lang="fr-FR" smtClean="0"/>
              <a:pPr/>
              <a:t>07/03/2018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988F8-4CF9-48B4-8EC0-5423B445388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B495D-1A93-47EE-BEBA-53C383DD2668}" type="datetimeFigureOut">
              <a:rPr lang="fr-FR" smtClean="0"/>
              <a:pPr/>
              <a:t>07/03/2018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988F8-4CF9-48B4-8EC0-5423B445388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B495D-1A93-47EE-BEBA-53C383DD2668}" type="datetimeFigureOut">
              <a:rPr lang="fr-FR" smtClean="0"/>
              <a:pPr/>
              <a:t>07/03/2018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988F8-4CF9-48B4-8EC0-5423B445388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B495D-1A93-47EE-BEBA-53C383DD2668}" type="datetimeFigureOut">
              <a:rPr lang="fr-FR" smtClean="0"/>
              <a:pPr/>
              <a:t>07/03/2018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988F8-4CF9-48B4-8EC0-5423B445388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B495D-1A93-47EE-BEBA-53C383DD2668}" type="datetimeFigureOut">
              <a:rPr lang="fr-FR" smtClean="0"/>
              <a:pPr/>
              <a:t>07/03/2018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988F8-4CF9-48B4-8EC0-5423B445388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B495D-1A93-47EE-BEBA-53C383DD2668}" type="datetimeFigureOut">
              <a:rPr lang="fr-FR" smtClean="0"/>
              <a:pPr/>
              <a:t>07/03/2018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988F8-4CF9-48B4-8EC0-5423B445388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AB495D-1A93-47EE-BEBA-53C383DD2668}" type="datetimeFigureOut">
              <a:rPr lang="fr-FR" smtClean="0"/>
              <a:pPr/>
              <a:t>07/03/2018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1988F8-4CF9-48B4-8EC0-5423B4453885}" type="slidenum">
              <a:rPr lang="fr-FR" smtClean="0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Les tris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tris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tri à bulle</a:t>
            </a:r>
          </a:p>
          <a:p>
            <a:r>
              <a:rPr lang="fr-FR" dirty="0"/>
              <a:t>Le tri par sélection</a:t>
            </a:r>
          </a:p>
          <a:p>
            <a:r>
              <a:rPr lang="fr-FR" dirty="0"/>
              <a:t>Le tri par insertion</a:t>
            </a:r>
          </a:p>
          <a:p>
            <a:r>
              <a:rPr lang="fr-FR" dirty="0"/>
              <a:t>Le tri par fusion</a:t>
            </a:r>
          </a:p>
          <a:p>
            <a:r>
              <a:rPr lang="fr-FR" dirty="0"/>
              <a:t>Le tri rapide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Le tri à bulle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/>
              <a:t>L'algorithme parcourt la liste, </a:t>
            </a:r>
          </a:p>
          <a:p>
            <a:r>
              <a:rPr lang="fr-FR" dirty="0"/>
              <a:t>et compare les couples d'éléments successifs. </a:t>
            </a:r>
          </a:p>
          <a:p>
            <a:r>
              <a:rPr lang="fr-FR" dirty="0"/>
              <a:t>Lorsque deux éléments successifs ne sont pas dans l'ordre croissant, ils sont échangés.</a:t>
            </a:r>
          </a:p>
          <a:p>
            <a:r>
              <a:rPr lang="fr-FR" dirty="0"/>
              <a:t> Après chaque parcours complet de la liste, l'algorithme recommence l'opération. </a:t>
            </a:r>
          </a:p>
          <a:p>
            <a:r>
              <a:rPr lang="fr-FR" dirty="0"/>
              <a:t>Lorsqu'aucun échange n'a lieu pendant un parcours, cela signifie que la liste est triée : </a:t>
            </a:r>
          </a:p>
          <a:p>
            <a:r>
              <a:rPr lang="fr-FR" dirty="0"/>
              <a:t>l'algorithme peut s'arrêter.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tri à bulle 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054617"/>
          </a:xfrm>
        </p:spPr>
        <p:txBody>
          <a:bodyPr>
            <a:normAutofit fontScale="85000" lnSpcReduction="20000"/>
          </a:bodyPr>
          <a:lstStyle/>
          <a:p>
            <a:r>
              <a:rPr lang="fr-FR" dirty="0"/>
              <a:t>// tri à bulle </a:t>
            </a:r>
          </a:p>
          <a:p>
            <a:r>
              <a:rPr lang="fr-FR" dirty="0"/>
              <a:t>#</a:t>
            </a:r>
            <a:r>
              <a:rPr lang="fr-FR" dirty="0" err="1"/>
              <a:t>define</a:t>
            </a:r>
            <a:r>
              <a:rPr lang="fr-FR" dirty="0"/>
              <a:t> TRUE 1</a:t>
            </a:r>
          </a:p>
          <a:p>
            <a:r>
              <a:rPr lang="fr-FR" dirty="0"/>
              <a:t>#</a:t>
            </a:r>
            <a:r>
              <a:rPr lang="fr-FR" dirty="0" err="1"/>
              <a:t>define</a:t>
            </a:r>
            <a:r>
              <a:rPr lang="fr-FR" dirty="0"/>
              <a:t> FALSE 0</a:t>
            </a:r>
          </a:p>
          <a:p>
            <a:r>
              <a:rPr lang="fr-FR" b="1" dirty="0" err="1"/>
              <a:t>Void</a:t>
            </a:r>
            <a:r>
              <a:rPr lang="fr-FR" b="1" dirty="0"/>
              <a:t> </a:t>
            </a:r>
            <a:r>
              <a:rPr lang="fr-FR" dirty="0" err="1"/>
              <a:t>tri_a_bulle</a:t>
            </a:r>
            <a:r>
              <a:rPr lang="fr-FR" dirty="0"/>
              <a:t>(</a:t>
            </a:r>
            <a:r>
              <a:rPr lang="fr-FR" b="1" dirty="0" err="1"/>
              <a:t>int</a:t>
            </a:r>
            <a:r>
              <a:rPr lang="fr-FR" b="1" dirty="0"/>
              <a:t> </a:t>
            </a:r>
            <a:r>
              <a:rPr lang="fr-FR" dirty="0"/>
              <a:t>*t, </a:t>
            </a:r>
            <a:r>
              <a:rPr lang="fr-FR" b="1" dirty="0" err="1"/>
              <a:t>int</a:t>
            </a:r>
            <a:r>
              <a:rPr lang="fr-FR" b="1" dirty="0"/>
              <a:t> </a:t>
            </a:r>
            <a:r>
              <a:rPr lang="fr-FR" dirty="0"/>
              <a:t>n){ </a:t>
            </a:r>
          </a:p>
          <a:p>
            <a:r>
              <a:rPr lang="fr-FR" b="1" dirty="0"/>
              <a:t>Int </a:t>
            </a:r>
            <a:r>
              <a:rPr lang="fr-FR" dirty="0"/>
              <a:t>j =0;</a:t>
            </a:r>
          </a:p>
          <a:p>
            <a:r>
              <a:rPr lang="fr-FR" b="1" dirty="0"/>
              <a:t>Int </a:t>
            </a:r>
            <a:r>
              <a:rPr lang="fr-FR" dirty="0" err="1"/>
              <a:t>tmp</a:t>
            </a:r>
            <a:r>
              <a:rPr lang="fr-FR" dirty="0"/>
              <a:t> =0;</a:t>
            </a:r>
          </a:p>
          <a:p>
            <a:r>
              <a:rPr lang="fr-FR" b="1" dirty="0"/>
              <a:t>Int </a:t>
            </a:r>
            <a:r>
              <a:rPr lang="fr-FR" dirty="0" err="1"/>
              <a:t>en_desordre</a:t>
            </a:r>
            <a:r>
              <a:rPr lang="fr-FR" dirty="0"/>
              <a:t> =1;</a:t>
            </a:r>
          </a:p>
          <a:p>
            <a:r>
              <a:rPr lang="fr-FR" b="1" dirty="0" err="1"/>
              <a:t>while</a:t>
            </a:r>
            <a:r>
              <a:rPr lang="fr-FR" dirty="0"/>
              <a:t>(</a:t>
            </a:r>
            <a:r>
              <a:rPr lang="fr-FR" dirty="0" err="1"/>
              <a:t>en_desordre</a:t>
            </a:r>
            <a:r>
              <a:rPr lang="fr-FR" dirty="0"/>
              <a:t>){</a:t>
            </a:r>
          </a:p>
          <a:p>
            <a:pPr lvl="1"/>
            <a:r>
              <a:rPr lang="fr-FR" dirty="0" err="1"/>
              <a:t>en_desordre</a:t>
            </a:r>
            <a:r>
              <a:rPr lang="fr-FR" dirty="0"/>
              <a:t> = FALSE; </a:t>
            </a:r>
          </a:p>
          <a:p>
            <a:pPr lvl="1"/>
            <a:r>
              <a:rPr lang="fr-FR" b="1" dirty="0"/>
              <a:t>for</a:t>
            </a:r>
            <a:r>
              <a:rPr lang="fr-FR" dirty="0"/>
              <a:t>(j =0; j &lt; n-1; j++){ </a:t>
            </a:r>
          </a:p>
          <a:p>
            <a:pPr lvl="2"/>
            <a:r>
              <a:rPr lang="fr-FR" b="1" dirty="0"/>
              <a:t>if</a:t>
            </a:r>
            <a:r>
              <a:rPr lang="fr-FR" dirty="0"/>
              <a:t>(t[j] &gt; t[j+1]){</a:t>
            </a:r>
          </a:p>
          <a:p>
            <a:pPr lvl="3"/>
            <a:r>
              <a:rPr lang="fr-FR" dirty="0" err="1"/>
              <a:t>tmp</a:t>
            </a:r>
            <a:r>
              <a:rPr lang="fr-FR" dirty="0"/>
              <a:t> = t[j+1];t[j+1] = t[j];t[j] = </a:t>
            </a:r>
            <a:r>
              <a:rPr lang="fr-FR" dirty="0" err="1"/>
              <a:t>tmp</a:t>
            </a:r>
            <a:r>
              <a:rPr lang="fr-FR" dirty="0"/>
              <a:t>;</a:t>
            </a:r>
          </a:p>
          <a:p>
            <a:pPr lvl="3"/>
            <a:r>
              <a:rPr lang="fr-FR" dirty="0" err="1"/>
              <a:t>en_desordre</a:t>
            </a:r>
            <a:r>
              <a:rPr lang="fr-FR" dirty="0"/>
              <a:t> = TRUE;}}}}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tri par sélection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/>
              <a:t>Le tri par sélection (ou tri par extraction) est un des algorithmes de tri les plus triviaux. </a:t>
            </a:r>
          </a:p>
          <a:p>
            <a:r>
              <a:rPr lang="fr-FR" dirty="0"/>
              <a:t>Il consiste en la recherche soit du plus grand élément (ou le plus petit) que l'on va replacer à sa position finale c'est-à-dire en dernière position (ou en première), puis on recherche le second plus grand élément (ou le second plus petit) que l'on va replacer également à sa position finale c'est-à-dire en avant-dernière position (ou en seconde), etc., jusqu'à ce que le tableau soit entièrement trié.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12675"/>
            <a:ext cx="8229600" cy="1143000"/>
          </a:xfrm>
        </p:spPr>
        <p:txBody>
          <a:bodyPr>
            <a:normAutofit/>
          </a:bodyPr>
          <a:lstStyle/>
          <a:p>
            <a:r>
              <a:rPr lang="fr-FR" dirty="0"/>
              <a:t>tri par sélection 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155675"/>
            <a:ext cx="8229600" cy="5702325"/>
          </a:xfrm>
        </p:spPr>
        <p:txBody>
          <a:bodyPr>
            <a:normAutofit/>
          </a:bodyPr>
          <a:lstStyle/>
          <a:p>
            <a:r>
              <a:rPr lang="fr-FR" dirty="0"/>
              <a:t>// tri par sélection </a:t>
            </a:r>
          </a:p>
          <a:p>
            <a:r>
              <a:rPr lang="fr-FR" b="1" dirty="0" err="1"/>
              <a:t>void</a:t>
            </a:r>
            <a:r>
              <a:rPr lang="fr-FR" b="1" dirty="0"/>
              <a:t> </a:t>
            </a:r>
            <a:r>
              <a:rPr lang="fr-FR" dirty="0" err="1"/>
              <a:t>tri_selection</a:t>
            </a:r>
            <a:r>
              <a:rPr lang="fr-FR" dirty="0"/>
              <a:t>(</a:t>
            </a:r>
            <a:r>
              <a:rPr lang="fr-FR" b="1" dirty="0" err="1"/>
              <a:t>int</a:t>
            </a:r>
            <a:r>
              <a:rPr lang="fr-FR" b="1" dirty="0"/>
              <a:t> </a:t>
            </a:r>
            <a:r>
              <a:rPr lang="fr-FR" dirty="0"/>
              <a:t>*t, </a:t>
            </a:r>
            <a:r>
              <a:rPr lang="fr-FR" b="1" dirty="0" err="1"/>
              <a:t>int</a:t>
            </a:r>
            <a:r>
              <a:rPr lang="fr-FR" b="1" dirty="0"/>
              <a:t> </a:t>
            </a:r>
            <a:r>
              <a:rPr lang="fr-FR" dirty="0"/>
              <a:t>n){ </a:t>
            </a:r>
          </a:p>
          <a:p>
            <a:pPr lvl="1"/>
            <a:r>
              <a:rPr lang="fr-FR" b="1" dirty="0"/>
              <a:t>Int </a:t>
            </a:r>
            <a:r>
              <a:rPr lang="fr-FR" dirty="0"/>
              <a:t>i, min, j , </a:t>
            </a:r>
            <a:r>
              <a:rPr lang="fr-FR" dirty="0" err="1"/>
              <a:t>tmp</a:t>
            </a:r>
            <a:r>
              <a:rPr lang="fr-FR" dirty="0"/>
              <a:t>; </a:t>
            </a:r>
          </a:p>
          <a:p>
            <a:pPr lvl="1"/>
            <a:r>
              <a:rPr lang="fr-FR" b="1" dirty="0"/>
              <a:t>for</a:t>
            </a:r>
            <a:r>
              <a:rPr lang="fr-FR" dirty="0"/>
              <a:t>(i =0; i &lt; n -1; i++){</a:t>
            </a:r>
          </a:p>
          <a:p>
            <a:pPr lvl="2"/>
            <a:r>
              <a:rPr lang="fr-FR" dirty="0"/>
              <a:t>min = i; </a:t>
            </a:r>
          </a:p>
          <a:p>
            <a:pPr lvl="2"/>
            <a:r>
              <a:rPr lang="fr-FR" b="1" dirty="0"/>
              <a:t>for </a:t>
            </a:r>
            <a:r>
              <a:rPr lang="fr-FR" dirty="0"/>
              <a:t>(j = i+1; j &lt; n ; j++) </a:t>
            </a:r>
          </a:p>
          <a:p>
            <a:pPr lvl="3"/>
            <a:r>
              <a:rPr lang="fr-FR" b="1" dirty="0"/>
              <a:t>if</a:t>
            </a:r>
            <a:r>
              <a:rPr lang="fr-FR" dirty="0"/>
              <a:t>(t[j] &lt; t[min])</a:t>
            </a:r>
          </a:p>
          <a:p>
            <a:pPr lvl="3"/>
            <a:r>
              <a:rPr lang="fr-FR" dirty="0"/>
              <a:t> min = j; </a:t>
            </a:r>
          </a:p>
          <a:p>
            <a:pPr lvl="3"/>
            <a:r>
              <a:rPr lang="fr-FR" b="1" dirty="0"/>
              <a:t>if</a:t>
            </a:r>
            <a:r>
              <a:rPr lang="fr-FR" dirty="0"/>
              <a:t>(min != i){</a:t>
            </a:r>
          </a:p>
          <a:p>
            <a:pPr lvl="4">
              <a:buNone/>
            </a:pPr>
            <a:r>
              <a:rPr lang="sv-SE" dirty="0"/>
              <a:t>tmp = t[i];</a:t>
            </a:r>
          </a:p>
          <a:p>
            <a:pPr lvl="4">
              <a:buNone/>
            </a:pPr>
            <a:r>
              <a:rPr lang="sv-SE" dirty="0"/>
              <a:t>t[i] = t[min];</a:t>
            </a:r>
          </a:p>
          <a:p>
            <a:pPr lvl="4">
              <a:buNone/>
            </a:pPr>
            <a:r>
              <a:rPr lang="sv-SE" dirty="0"/>
              <a:t>t[min] = tmp;}}}</a:t>
            </a:r>
            <a:br>
              <a:rPr lang="fr-FR" dirty="0"/>
            </a:br>
            <a:endParaRPr lang="fr-F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Tri par insertion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Le tri par insertion consiste à parcourir la liste: </a:t>
            </a:r>
          </a:p>
          <a:p>
            <a:r>
              <a:rPr lang="fr-FR" dirty="0"/>
              <a:t>on prend les éléments dans l'ordre. </a:t>
            </a:r>
          </a:p>
          <a:p>
            <a:r>
              <a:rPr lang="fr-FR" dirty="0"/>
              <a:t>Ensuite, on les compare avec les éléments précédents jusqu'à trouver la place de l'élément qu'on considère. </a:t>
            </a:r>
          </a:p>
          <a:p>
            <a:r>
              <a:rPr lang="fr-FR" dirty="0"/>
              <a:t>Il ne reste plus qu'à décaler les éléments du tableau pour insérer l'élément considéré à sa place dans la partie déjà triée.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tri par insertion 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4768865"/>
          </a:xfrm>
        </p:spPr>
        <p:txBody>
          <a:bodyPr>
            <a:normAutofit/>
          </a:bodyPr>
          <a:lstStyle/>
          <a:p>
            <a:r>
              <a:rPr lang="fr-FR" b="1" dirty="0" err="1"/>
              <a:t>Void</a:t>
            </a:r>
            <a:r>
              <a:rPr lang="fr-FR" b="1" dirty="0"/>
              <a:t> </a:t>
            </a:r>
            <a:r>
              <a:rPr lang="fr-FR" dirty="0" err="1"/>
              <a:t>tri_insertion</a:t>
            </a:r>
            <a:r>
              <a:rPr lang="fr-FR" dirty="0"/>
              <a:t>(</a:t>
            </a:r>
            <a:r>
              <a:rPr lang="fr-FR" b="1" dirty="0" err="1"/>
              <a:t>int</a:t>
            </a:r>
            <a:r>
              <a:rPr lang="fr-FR" dirty="0"/>
              <a:t>* t, </a:t>
            </a:r>
            <a:r>
              <a:rPr lang="fr-FR" b="1" dirty="0" err="1"/>
              <a:t>int</a:t>
            </a:r>
            <a:r>
              <a:rPr lang="fr-FR" b="1" dirty="0"/>
              <a:t> </a:t>
            </a:r>
            <a:r>
              <a:rPr lang="fr-FR" dirty="0"/>
              <a:t>n){ </a:t>
            </a:r>
          </a:p>
          <a:p>
            <a:pPr lvl="1"/>
            <a:r>
              <a:rPr lang="fr-FR" b="1" dirty="0"/>
              <a:t>Int </a:t>
            </a:r>
            <a:r>
              <a:rPr lang="fr-FR" dirty="0" err="1"/>
              <a:t>i,p,j</a:t>
            </a:r>
            <a:r>
              <a:rPr lang="fr-FR" dirty="0"/>
              <a:t>; </a:t>
            </a:r>
          </a:p>
          <a:p>
            <a:pPr lvl="1"/>
            <a:r>
              <a:rPr lang="fr-FR" b="1" dirty="0"/>
              <a:t>Int </a:t>
            </a:r>
            <a:r>
              <a:rPr lang="fr-FR" dirty="0"/>
              <a:t>x; </a:t>
            </a:r>
          </a:p>
          <a:p>
            <a:pPr lvl="1"/>
            <a:r>
              <a:rPr lang="fr-FR" b="1" dirty="0"/>
              <a:t>for</a:t>
            </a:r>
            <a:r>
              <a:rPr lang="fr-FR" dirty="0"/>
              <a:t>(i =1; i &lt; n; i++){</a:t>
            </a:r>
          </a:p>
          <a:p>
            <a:pPr lvl="2"/>
            <a:r>
              <a:rPr lang="fr-FR" dirty="0"/>
              <a:t>x = t[i];p = i-1; </a:t>
            </a:r>
          </a:p>
          <a:p>
            <a:pPr lvl="2"/>
            <a:r>
              <a:rPr lang="fr-FR" b="1" dirty="0" err="1"/>
              <a:t>While</a:t>
            </a:r>
            <a:r>
              <a:rPr lang="fr-FR" b="1" dirty="0"/>
              <a:t>(</a:t>
            </a:r>
            <a:r>
              <a:rPr lang="fr-FR" dirty="0"/>
              <a:t>t[p] &gt; x &amp;&amp; p-- &gt;0) {} p++;</a:t>
            </a:r>
          </a:p>
          <a:p>
            <a:pPr lvl="3"/>
            <a:r>
              <a:rPr lang="fr-FR" b="1" dirty="0"/>
              <a:t>for</a:t>
            </a:r>
            <a:r>
              <a:rPr lang="fr-FR" dirty="0"/>
              <a:t>(j = i-1; j &gt;= p; j--) {t[j+1] = t[j];}</a:t>
            </a:r>
          </a:p>
          <a:p>
            <a:pPr lvl="3"/>
            <a:r>
              <a:rPr lang="fr-FR" dirty="0"/>
              <a:t>t[p] = x;}}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Tri par fusion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4911741"/>
          </a:xfrm>
        </p:spPr>
        <p:txBody>
          <a:bodyPr>
            <a:normAutofit fontScale="62500" lnSpcReduction="20000"/>
          </a:bodyPr>
          <a:lstStyle/>
          <a:p>
            <a:r>
              <a:rPr lang="fr-FR" dirty="0"/>
              <a:t>Le tri fusion est construit suivant la stratégie "diviser pour régner",</a:t>
            </a:r>
          </a:p>
          <a:p>
            <a:r>
              <a:rPr lang="fr-FR" dirty="0"/>
              <a:t>pour résoudre un gros problème, il est souvent plus facile de le diviser en petits problèmes élémentaires. </a:t>
            </a:r>
          </a:p>
          <a:p>
            <a:r>
              <a:rPr lang="fr-FR" dirty="0"/>
              <a:t>Une fois chaque petit problème résolu, il n’y  a plus qu’à combiner les différentes solutions pour résoudre le problème global. </a:t>
            </a:r>
          </a:p>
          <a:p>
            <a:r>
              <a:rPr lang="fr-FR" dirty="0"/>
              <a:t>La méthode "diviser pour régner" est tout à fait applicable au problème de tri :</a:t>
            </a:r>
          </a:p>
          <a:p>
            <a:r>
              <a:rPr lang="fr-FR" dirty="0"/>
              <a:t>plutôt que de trier le tableau complet, il est préférable de trier deux sous tableaux de taille égale, </a:t>
            </a:r>
          </a:p>
          <a:p>
            <a:r>
              <a:rPr lang="fr-FR" dirty="0"/>
              <a:t>puis de fusionner les résultats. </a:t>
            </a:r>
          </a:p>
          <a:p>
            <a:r>
              <a:rPr lang="fr-FR" dirty="0"/>
              <a:t>L’algorithme proposé ici est récursif. En effet, les deux sous tableaux seront eux même triés à l’aide de l’algorithme de tri fusion. </a:t>
            </a:r>
          </a:p>
          <a:p>
            <a:r>
              <a:rPr lang="fr-FR" dirty="0"/>
              <a:t>Un tableau ne comportant qu’un seul élément sera considéré comme trié :</a:t>
            </a:r>
          </a:p>
          <a:p>
            <a:r>
              <a:rPr lang="fr-FR" dirty="0"/>
              <a:t>Etapes de l’algorithme :</a:t>
            </a:r>
          </a:p>
          <a:p>
            <a:r>
              <a:rPr lang="fr-FR" dirty="0"/>
              <a:t>- Division de l’ensemble de valeurs en deux parties</a:t>
            </a:r>
          </a:p>
          <a:p>
            <a:r>
              <a:rPr lang="fr-FR" dirty="0"/>
              <a:t>- Tri de chacun des deux ensembles</a:t>
            </a:r>
          </a:p>
          <a:p>
            <a:r>
              <a:rPr lang="fr-FR" dirty="0"/>
              <a:t>- Fusion des deux ensembles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8229600" cy="1143000"/>
          </a:xfrm>
        </p:spPr>
        <p:txBody>
          <a:bodyPr/>
          <a:lstStyle/>
          <a:p>
            <a:r>
              <a:rPr lang="fr-FR" dirty="0"/>
              <a:t>tri par fusion 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571480"/>
            <a:ext cx="8229600" cy="5554683"/>
          </a:xfrm>
        </p:spPr>
        <p:txBody>
          <a:bodyPr>
            <a:normAutofit fontScale="55000" lnSpcReduction="20000"/>
          </a:bodyPr>
          <a:lstStyle/>
          <a:p>
            <a:r>
              <a:rPr lang="fr-FR" b="1" dirty="0" err="1"/>
              <a:t>Void</a:t>
            </a:r>
            <a:r>
              <a:rPr lang="fr-FR" b="1" dirty="0"/>
              <a:t> </a:t>
            </a:r>
            <a:r>
              <a:rPr lang="fr-FR" dirty="0"/>
              <a:t>fusion(</a:t>
            </a:r>
            <a:r>
              <a:rPr lang="fr-FR" b="1" dirty="0" err="1"/>
              <a:t>int</a:t>
            </a:r>
            <a:r>
              <a:rPr lang="fr-FR" b="1" dirty="0"/>
              <a:t> </a:t>
            </a:r>
            <a:r>
              <a:rPr lang="fr-FR" dirty="0"/>
              <a:t>*t, </a:t>
            </a:r>
            <a:r>
              <a:rPr lang="fr-FR" b="1" dirty="0" err="1"/>
              <a:t>int</a:t>
            </a:r>
            <a:r>
              <a:rPr lang="fr-FR" b="1" dirty="0"/>
              <a:t> </a:t>
            </a:r>
            <a:r>
              <a:rPr lang="fr-FR" dirty="0"/>
              <a:t>deb1, </a:t>
            </a:r>
            <a:r>
              <a:rPr lang="fr-FR" b="1" dirty="0" err="1"/>
              <a:t>int</a:t>
            </a:r>
            <a:r>
              <a:rPr lang="fr-FR" b="1" dirty="0"/>
              <a:t> </a:t>
            </a:r>
            <a:r>
              <a:rPr lang="fr-FR" dirty="0"/>
              <a:t>fin1, </a:t>
            </a:r>
            <a:r>
              <a:rPr lang="fr-FR" b="1" dirty="0" err="1"/>
              <a:t>int</a:t>
            </a:r>
            <a:r>
              <a:rPr lang="fr-FR" b="1" dirty="0"/>
              <a:t> </a:t>
            </a:r>
            <a:r>
              <a:rPr lang="fr-FR" dirty="0"/>
              <a:t>fin2) </a:t>
            </a:r>
          </a:p>
          <a:p>
            <a:r>
              <a:rPr lang="fr-FR" b="1" dirty="0"/>
              <a:t>Int </a:t>
            </a:r>
            <a:r>
              <a:rPr lang="fr-FR" dirty="0"/>
              <a:t>*table1; </a:t>
            </a:r>
            <a:r>
              <a:rPr lang="fr-FR" b="1" dirty="0" err="1"/>
              <a:t>int</a:t>
            </a:r>
            <a:r>
              <a:rPr lang="fr-FR" b="1" dirty="0"/>
              <a:t> </a:t>
            </a:r>
            <a:r>
              <a:rPr lang="fr-FR" dirty="0"/>
              <a:t>deb2=fin1+1; </a:t>
            </a:r>
            <a:r>
              <a:rPr lang="fr-FR" b="1" dirty="0" err="1"/>
              <a:t>int</a:t>
            </a:r>
            <a:r>
              <a:rPr lang="fr-FR" b="1" dirty="0"/>
              <a:t> </a:t>
            </a:r>
            <a:r>
              <a:rPr lang="fr-FR" dirty="0"/>
              <a:t>compt1=deb1; </a:t>
            </a:r>
            <a:r>
              <a:rPr lang="fr-FR" b="1" dirty="0" err="1"/>
              <a:t>int</a:t>
            </a:r>
            <a:r>
              <a:rPr lang="fr-FR" b="1" dirty="0"/>
              <a:t> </a:t>
            </a:r>
            <a:r>
              <a:rPr lang="fr-FR" dirty="0"/>
              <a:t>compt2=deb2; </a:t>
            </a:r>
          </a:p>
          <a:p>
            <a:r>
              <a:rPr lang="fr-FR" b="1" dirty="0"/>
              <a:t>Int </a:t>
            </a:r>
            <a:r>
              <a:rPr lang="fr-FR" dirty="0" err="1"/>
              <a:t>i;table1</a:t>
            </a:r>
            <a:r>
              <a:rPr lang="fr-FR" dirty="0"/>
              <a:t>=(</a:t>
            </a:r>
            <a:r>
              <a:rPr lang="fr-FR" b="1" dirty="0"/>
              <a:t>Int </a:t>
            </a:r>
            <a:r>
              <a:rPr lang="fr-FR" dirty="0"/>
              <a:t>*)</a:t>
            </a:r>
            <a:r>
              <a:rPr lang="fr-FR" dirty="0" err="1"/>
              <a:t>malloc</a:t>
            </a:r>
            <a:r>
              <a:rPr lang="fr-FR" dirty="0"/>
              <a:t>((fin1-deb1+1)*</a:t>
            </a:r>
            <a:r>
              <a:rPr lang="fr-FR" b="1" dirty="0" err="1"/>
              <a:t>sizeof</a:t>
            </a:r>
            <a:r>
              <a:rPr lang="fr-FR" dirty="0"/>
              <a:t>(</a:t>
            </a:r>
            <a:r>
              <a:rPr lang="fr-FR" b="1" dirty="0" err="1"/>
              <a:t>int</a:t>
            </a:r>
            <a:r>
              <a:rPr lang="fr-FR" b="1" dirty="0"/>
              <a:t> </a:t>
            </a:r>
            <a:r>
              <a:rPr lang="fr-FR" dirty="0"/>
              <a:t>)); </a:t>
            </a:r>
          </a:p>
          <a:p>
            <a:r>
              <a:rPr lang="fr-FR" b="1" dirty="0"/>
              <a:t>For </a:t>
            </a:r>
            <a:r>
              <a:rPr lang="fr-FR" dirty="0"/>
              <a:t>(i=deb1;i&lt;=fin1;i++) table1[i-deb1]=t[i]; </a:t>
            </a:r>
          </a:p>
          <a:p>
            <a:r>
              <a:rPr lang="fr-FR" b="1" dirty="0"/>
              <a:t>For </a:t>
            </a:r>
            <a:r>
              <a:rPr lang="fr-FR" dirty="0"/>
              <a:t>(i=deb1;i&lt;=fin2;i++){</a:t>
            </a:r>
          </a:p>
          <a:p>
            <a:r>
              <a:rPr lang="fr-FR" b="1" dirty="0"/>
              <a:t>If </a:t>
            </a:r>
            <a:r>
              <a:rPr lang="fr-FR" dirty="0"/>
              <a:t>(compt1==deb2)</a:t>
            </a:r>
          </a:p>
          <a:p>
            <a:r>
              <a:rPr lang="fr-FR" b="1" dirty="0"/>
              <a:t>break</a:t>
            </a:r>
            <a:r>
              <a:rPr lang="fr-FR" dirty="0"/>
              <a:t>;</a:t>
            </a:r>
          </a:p>
          <a:p>
            <a:r>
              <a:rPr lang="fr-FR" b="1" dirty="0" err="1"/>
              <a:t>Else</a:t>
            </a:r>
            <a:r>
              <a:rPr lang="fr-FR" b="1" dirty="0"/>
              <a:t> If </a:t>
            </a:r>
            <a:r>
              <a:rPr lang="fr-FR" dirty="0"/>
              <a:t>(compt2==(fin2+1)) {t[i]=table1[compt1-deb1];compt1++;} </a:t>
            </a:r>
          </a:p>
          <a:p>
            <a:r>
              <a:rPr lang="fr-FR" b="1" dirty="0" err="1"/>
              <a:t>Else</a:t>
            </a:r>
            <a:r>
              <a:rPr lang="fr-FR" b="1" dirty="0"/>
              <a:t> if</a:t>
            </a:r>
            <a:r>
              <a:rPr lang="fr-FR" dirty="0"/>
              <a:t>(table1[compt1-deb1]&lt;t[compt2]){t[i]=table1[compt1-deb1];compt1++;} </a:t>
            </a:r>
          </a:p>
          <a:p>
            <a:r>
              <a:rPr lang="fr-FR" b="1" dirty="0" err="1"/>
              <a:t>else</a:t>
            </a:r>
            <a:r>
              <a:rPr lang="fr-FR" dirty="0"/>
              <a:t>{t[i]=t[compt2];compt2++;}}free(table1);}</a:t>
            </a:r>
          </a:p>
          <a:p>
            <a:r>
              <a:rPr lang="fr-FR" b="1" dirty="0" err="1"/>
              <a:t>Void</a:t>
            </a:r>
            <a:r>
              <a:rPr lang="fr-FR" b="1" dirty="0"/>
              <a:t> </a:t>
            </a:r>
            <a:r>
              <a:rPr lang="fr-FR" dirty="0" err="1"/>
              <a:t>tri_fusion_bis</a:t>
            </a:r>
            <a:r>
              <a:rPr lang="fr-FR" dirty="0"/>
              <a:t>(</a:t>
            </a:r>
            <a:r>
              <a:rPr lang="fr-FR" b="1" dirty="0"/>
              <a:t>Int </a:t>
            </a:r>
            <a:r>
              <a:rPr lang="fr-FR" dirty="0"/>
              <a:t>*t, </a:t>
            </a:r>
            <a:r>
              <a:rPr lang="fr-FR" b="1" dirty="0"/>
              <a:t>Int </a:t>
            </a:r>
            <a:r>
              <a:rPr lang="fr-FR" dirty="0"/>
              <a:t>deb, </a:t>
            </a:r>
            <a:r>
              <a:rPr lang="fr-FR" b="1" dirty="0"/>
              <a:t>Int </a:t>
            </a:r>
            <a:r>
              <a:rPr lang="fr-FR" dirty="0"/>
              <a:t>fin){</a:t>
            </a:r>
          </a:p>
          <a:p>
            <a:r>
              <a:rPr lang="fr-FR" b="1" dirty="0"/>
              <a:t>if</a:t>
            </a:r>
            <a:r>
              <a:rPr lang="fr-FR" dirty="0"/>
              <a:t>(deb!=fin){ </a:t>
            </a:r>
          </a:p>
          <a:p>
            <a:r>
              <a:rPr lang="fr-FR" b="1" dirty="0"/>
              <a:t>Int </a:t>
            </a:r>
            <a:r>
              <a:rPr lang="fr-FR" dirty="0"/>
              <a:t>milieu=(fin+deb)/2;</a:t>
            </a:r>
          </a:p>
          <a:p>
            <a:r>
              <a:rPr lang="fr-FR" dirty="0" err="1"/>
              <a:t>tri_fusion_bis</a:t>
            </a:r>
            <a:r>
              <a:rPr lang="fr-FR" dirty="0"/>
              <a:t>(</a:t>
            </a:r>
            <a:r>
              <a:rPr lang="fr-FR" dirty="0" err="1"/>
              <a:t>t,deb,milieu</a:t>
            </a:r>
            <a:r>
              <a:rPr lang="fr-FR" dirty="0"/>
              <a:t>);</a:t>
            </a:r>
          </a:p>
          <a:p>
            <a:r>
              <a:rPr lang="fr-FR" dirty="0" err="1"/>
              <a:t>tri_fusion_bis</a:t>
            </a:r>
            <a:r>
              <a:rPr lang="fr-FR" dirty="0"/>
              <a:t>(</a:t>
            </a:r>
            <a:r>
              <a:rPr lang="fr-FR" dirty="0" err="1"/>
              <a:t>t,milieu</a:t>
            </a:r>
            <a:r>
              <a:rPr lang="fr-FR" dirty="0"/>
              <a:t>+1,fin);</a:t>
            </a:r>
          </a:p>
          <a:p>
            <a:r>
              <a:rPr lang="fr-FR" dirty="0"/>
              <a:t>fusion(</a:t>
            </a:r>
            <a:r>
              <a:rPr lang="fr-FR" dirty="0" err="1"/>
              <a:t>t,deb,milieu,fin</a:t>
            </a:r>
            <a:r>
              <a:rPr lang="fr-FR" dirty="0"/>
              <a:t>);}}</a:t>
            </a:r>
          </a:p>
          <a:p>
            <a:r>
              <a:rPr lang="fr-FR" b="1" dirty="0" err="1"/>
              <a:t>Void</a:t>
            </a:r>
            <a:r>
              <a:rPr lang="fr-FR" b="1" dirty="0"/>
              <a:t> </a:t>
            </a:r>
            <a:r>
              <a:rPr lang="fr-FR" dirty="0" err="1"/>
              <a:t>tri_fusion</a:t>
            </a:r>
            <a:r>
              <a:rPr lang="fr-FR" dirty="0"/>
              <a:t>(</a:t>
            </a:r>
            <a:r>
              <a:rPr lang="fr-FR" b="1" dirty="0"/>
              <a:t>Int </a:t>
            </a:r>
            <a:r>
              <a:rPr lang="fr-FR" dirty="0"/>
              <a:t>*t, </a:t>
            </a:r>
            <a:r>
              <a:rPr lang="fr-FR" b="1" dirty="0" err="1"/>
              <a:t>int</a:t>
            </a:r>
            <a:r>
              <a:rPr lang="fr-FR" b="1" dirty="0"/>
              <a:t> </a:t>
            </a:r>
            <a:r>
              <a:rPr lang="fr-FR" dirty="0"/>
              <a:t>n){ </a:t>
            </a:r>
          </a:p>
          <a:p>
            <a:r>
              <a:rPr lang="fr-FR" b="1" dirty="0"/>
              <a:t>if</a:t>
            </a:r>
            <a:r>
              <a:rPr lang="fr-FR" dirty="0"/>
              <a:t>(n&gt;0) </a:t>
            </a:r>
            <a:r>
              <a:rPr lang="fr-FR" dirty="0" err="1"/>
              <a:t>tri_fusion_bis</a:t>
            </a:r>
            <a:r>
              <a:rPr lang="fr-FR" dirty="0"/>
              <a:t>(t,0,n-1);}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Le tri rapide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fr-FR" dirty="0"/>
              <a:t>La méthode consiste à placer un élément du tableau (appelé pivot) à sa place définitive, </a:t>
            </a:r>
          </a:p>
          <a:p>
            <a:r>
              <a:rPr lang="fr-FR" dirty="0"/>
              <a:t>en permutant tous les éléments de telle sorte que tous ceux qui lui sont inférieurs soient à sa gauche et que tous ceux qui lui sont supérieurs soient à sa droite. </a:t>
            </a:r>
          </a:p>
          <a:p>
            <a:r>
              <a:rPr lang="fr-FR" dirty="0"/>
              <a:t>Cette opération s'appelle le partitionnement. </a:t>
            </a:r>
          </a:p>
          <a:p>
            <a:r>
              <a:rPr lang="fr-FR" dirty="0"/>
              <a:t>Pour chacun des sous-tableaux, on définit un nouveau pivot et on répète l'opération de partitionnement. </a:t>
            </a:r>
          </a:p>
          <a:p>
            <a:r>
              <a:rPr lang="fr-FR" dirty="0"/>
              <a:t>Ce processus est répété récursivement, jusqu'à ce que l'ensemble des éléments soit trié.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Tri rapide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1" dirty="0"/>
              <a:t>Int </a:t>
            </a:r>
            <a:r>
              <a:rPr lang="fr-FR" dirty="0"/>
              <a:t>partition(</a:t>
            </a:r>
            <a:r>
              <a:rPr lang="fr-FR" b="1" dirty="0" err="1"/>
              <a:t>int</a:t>
            </a:r>
            <a:r>
              <a:rPr lang="fr-FR" b="1" dirty="0"/>
              <a:t> </a:t>
            </a:r>
            <a:r>
              <a:rPr lang="fr-FR" dirty="0"/>
              <a:t>*t, </a:t>
            </a:r>
            <a:r>
              <a:rPr lang="fr-FR" b="1" dirty="0" err="1"/>
              <a:t>int</a:t>
            </a:r>
            <a:r>
              <a:rPr lang="fr-FR" b="1" dirty="0"/>
              <a:t> </a:t>
            </a:r>
            <a:r>
              <a:rPr lang="fr-FR" dirty="0"/>
              <a:t>deb, </a:t>
            </a:r>
            <a:r>
              <a:rPr lang="fr-FR" b="1" dirty="0" err="1"/>
              <a:t>int</a:t>
            </a:r>
            <a:r>
              <a:rPr lang="fr-FR" b="1" dirty="0"/>
              <a:t> </a:t>
            </a:r>
            <a:r>
              <a:rPr lang="fr-FR" dirty="0"/>
              <a:t>fin){ </a:t>
            </a:r>
          </a:p>
          <a:p>
            <a:r>
              <a:rPr lang="fr-FR" b="1" dirty="0"/>
              <a:t>Int </a:t>
            </a:r>
            <a:r>
              <a:rPr lang="fr-FR" dirty="0" err="1"/>
              <a:t>compt</a:t>
            </a:r>
            <a:r>
              <a:rPr lang="fr-FR" dirty="0"/>
              <a:t>=deb; </a:t>
            </a:r>
          </a:p>
          <a:p>
            <a:r>
              <a:rPr lang="fr-FR" b="1" dirty="0"/>
              <a:t>Int </a:t>
            </a:r>
            <a:r>
              <a:rPr lang="fr-FR" dirty="0"/>
              <a:t>pivot=t[deb]; </a:t>
            </a:r>
          </a:p>
          <a:p>
            <a:r>
              <a:rPr lang="fr-FR" b="1" dirty="0"/>
              <a:t>Int </a:t>
            </a:r>
            <a:r>
              <a:rPr lang="fr-FR" dirty="0"/>
              <a:t>i; </a:t>
            </a:r>
          </a:p>
          <a:p>
            <a:r>
              <a:rPr lang="fr-FR" b="1" dirty="0"/>
              <a:t>For </a:t>
            </a:r>
            <a:r>
              <a:rPr lang="fr-FR" dirty="0"/>
              <a:t>(i=deb+1;i&lt;=</a:t>
            </a:r>
            <a:r>
              <a:rPr lang="fr-FR" dirty="0" err="1"/>
              <a:t>fin;i</a:t>
            </a:r>
            <a:r>
              <a:rPr lang="fr-FR" dirty="0"/>
              <a:t>++){ </a:t>
            </a:r>
          </a:p>
          <a:p>
            <a:r>
              <a:rPr lang="fr-FR" b="1" dirty="0"/>
              <a:t>if</a:t>
            </a:r>
            <a:r>
              <a:rPr lang="fr-FR" dirty="0"/>
              <a:t>(t[i]&lt;pivot)</a:t>
            </a:r>
          </a:p>
          <a:p>
            <a:r>
              <a:rPr lang="fr-FR" dirty="0"/>
              <a:t>{</a:t>
            </a:r>
            <a:r>
              <a:rPr lang="fr-FR" dirty="0" err="1"/>
              <a:t>compt</a:t>
            </a:r>
            <a:r>
              <a:rPr lang="fr-FR" dirty="0"/>
              <a:t>++;</a:t>
            </a:r>
            <a:r>
              <a:rPr lang="fr-FR" dirty="0" err="1"/>
              <a:t>echanger</a:t>
            </a:r>
            <a:r>
              <a:rPr lang="fr-FR" dirty="0"/>
              <a:t>(</a:t>
            </a:r>
            <a:r>
              <a:rPr lang="fr-FR" dirty="0" err="1"/>
              <a:t>t,compt,i</a:t>
            </a:r>
            <a:r>
              <a:rPr lang="fr-FR" dirty="0"/>
              <a:t>);}</a:t>
            </a:r>
          </a:p>
          <a:p>
            <a:r>
              <a:rPr lang="fr-FR" dirty="0"/>
              <a:t>}</a:t>
            </a:r>
          </a:p>
          <a:p>
            <a:r>
              <a:rPr lang="fr-FR" dirty="0" err="1"/>
              <a:t>echanger</a:t>
            </a:r>
            <a:r>
              <a:rPr lang="fr-FR" dirty="0"/>
              <a:t>(</a:t>
            </a:r>
            <a:r>
              <a:rPr lang="fr-FR" dirty="0" err="1"/>
              <a:t>t,compt,deb</a:t>
            </a:r>
            <a:r>
              <a:rPr lang="fr-FR" dirty="0"/>
              <a:t>); </a:t>
            </a:r>
          </a:p>
          <a:p>
            <a:r>
              <a:rPr lang="fr-FR" b="1" dirty="0"/>
              <a:t>Return </a:t>
            </a:r>
            <a:r>
              <a:rPr lang="fr-FR" dirty="0"/>
              <a:t>(</a:t>
            </a:r>
            <a:r>
              <a:rPr lang="fr-FR" dirty="0" err="1"/>
              <a:t>compt</a:t>
            </a:r>
            <a:r>
              <a:rPr lang="fr-FR" dirty="0"/>
              <a:t>);}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Tri rapide (suite)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b="1" dirty="0" err="1"/>
              <a:t>Void</a:t>
            </a:r>
            <a:r>
              <a:rPr lang="fr-FR" b="1" dirty="0"/>
              <a:t> </a:t>
            </a:r>
            <a:r>
              <a:rPr lang="fr-FR" dirty="0" err="1"/>
              <a:t>tri_rapide_bis</a:t>
            </a:r>
            <a:r>
              <a:rPr lang="fr-FR" dirty="0"/>
              <a:t>( </a:t>
            </a:r>
            <a:r>
              <a:rPr lang="fr-FR" b="1" dirty="0" err="1"/>
              <a:t>int</a:t>
            </a:r>
            <a:r>
              <a:rPr lang="fr-FR" b="1" dirty="0"/>
              <a:t> </a:t>
            </a:r>
            <a:r>
              <a:rPr lang="fr-FR" dirty="0"/>
              <a:t>*t, </a:t>
            </a:r>
            <a:r>
              <a:rPr lang="fr-FR" b="1" dirty="0" err="1"/>
              <a:t>int</a:t>
            </a:r>
            <a:r>
              <a:rPr lang="fr-FR" b="1" dirty="0"/>
              <a:t> </a:t>
            </a:r>
            <a:r>
              <a:rPr lang="fr-FR" dirty="0" err="1"/>
              <a:t>debut</a:t>
            </a:r>
            <a:r>
              <a:rPr lang="fr-FR" dirty="0"/>
              <a:t>, </a:t>
            </a:r>
            <a:r>
              <a:rPr lang="fr-FR" dirty="0" err="1"/>
              <a:t>i</a:t>
            </a:r>
            <a:r>
              <a:rPr lang="fr-FR" b="1" dirty="0" err="1"/>
              <a:t>nt</a:t>
            </a:r>
            <a:r>
              <a:rPr lang="fr-FR" b="1" dirty="0"/>
              <a:t> </a:t>
            </a:r>
            <a:r>
              <a:rPr lang="fr-FR" dirty="0"/>
              <a:t>fin){ </a:t>
            </a:r>
          </a:p>
          <a:p>
            <a:r>
              <a:rPr lang="fr-FR" b="1" dirty="0"/>
              <a:t>If </a:t>
            </a:r>
            <a:r>
              <a:rPr lang="fr-FR" dirty="0"/>
              <a:t>(</a:t>
            </a:r>
            <a:r>
              <a:rPr lang="fr-FR" dirty="0" err="1"/>
              <a:t>debut</a:t>
            </a:r>
            <a:r>
              <a:rPr lang="fr-FR" dirty="0"/>
              <a:t>&lt;fin){ </a:t>
            </a:r>
          </a:p>
          <a:p>
            <a:r>
              <a:rPr lang="fr-FR" b="1" dirty="0"/>
              <a:t>Int </a:t>
            </a:r>
            <a:r>
              <a:rPr lang="fr-FR" dirty="0"/>
              <a:t>pivot=partition(</a:t>
            </a:r>
            <a:r>
              <a:rPr lang="fr-FR" dirty="0" err="1"/>
              <a:t>t,debut,fin</a:t>
            </a:r>
            <a:r>
              <a:rPr lang="fr-FR" dirty="0"/>
              <a:t>);</a:t>
            </a:r>
          </a:p>
          <a:p>
            <a:r>
              <a:rPr lang="fr-FR" dirty="0" err="1"/>
              <a:t>tri_rapide_bis</a:t>
            </a:r>
            <a:r>
              <a:rPr lang="fr-FR" dirty="0"/>
              <a:t>(</a:t>
            </a:r>
            <a:r>
              <a:rPr lang="fr-FR" dirty="0" err="1"/>
              <a:t>t,debut,pivot</a:t>
            </a:r>
            <a:r>
              <a:rPr lang="fr-FR" dirty="0"/>
              <a:t>-1);</a:t>
            </a:r>
          </a:p>
          <a:p>
            <a:r>
              <a:rPr lang="fr-FR" dirty="0" err="1"/>
              <a:t>tri_rapide_bis</a:t>
            </a:r>
            <a:r>
              <a:rPr lang="fr-FR" dirty="0"/>
              <a:t>(</a:t>
            </a:r>
            <a:r>
              <a:rPr lang="fr-FR" dirty="0" err="1"/>
              <a:t>t,pivot</a:t>
            </a:r>
            <a:r>
              <a:rPr lang="fr-FR" dirty="0"/>
              <a:t>+1,fin);}}</a:t>
            </a:r>
          </a:p>
          <a:p>
            <a:r>
              <a:rPr lang="fr-FR" b="1" dirty="0" err="1"/>
              <a:t>Void</a:t>
            </a:r>
            <a:r>
              <a:rPr lang="fr-FR" b="1" dirty="0"/>
              <a:t> </a:t>
            </a:r>
            <a:r>
              <a:rPr lang="fr-FR" dirty="0" err="1"/>
              <a:t>tri_rapide</a:t>
            </a:r>
            <a:r>
              <a:rPr lang="fr-FR" dirty="0"/>
              <a:t>(</a:t>
            </a:r>
            <a:r>
              <a:rPr lang="fr-FR" b="1" dirty="0" err="1"/>
              <a:t>int</a:t>
            </a:r>
            <a:r>
              <a:rPr lang="fr-FR" b="1" dirty="0"/>
              <a:t> </a:t>
            </a:r>
            <a:r>
              <a:rPr lang="fr-FR" dirty="0"/>
              <a:t>*</a:t>
            </a:r>
            <a:r>
              <a:rPr lang="fr-FR" dirty="0" err="1"/>
              <a:t>t,</a:t>
            </a:r>
            <a:r>
              <a:rPr lang="fr-FR" b="1" dirty="0" err="1"/>
              <a:t>int</a:t>
            </a:r>
            <a:r>
              <a:rPr lang="fr-FR" b="1" dirty="0"/>
              <a:t> </a:t>
            </a:r>
            <a:r>
              <a:rPr lang="fr-FR" dirty="0"/>
              <a:t>n)</a:t>
            </a:r>
          </a:p>
          <a:p>
            <a:r>
              <a:rPr lang="fr-FR" dirty="0"/>
              <a:t>{</a:t>
            </a:r>
            <a:r>
              <a:rPr lang="fr-FR" dirty="0" err="1"/>
              <a:t>tri_rapide_bis</a:t>
            </a:r>
            <a:r>
              <a:rPr lang="fr-FR" dirty="0"/>
              <a:t>(t,0,n-1);}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4872" y="1500174"/>
            <a:ext cx="9095686" cy="5143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667998"/>
            <a:ext cx="9144000" cy="5929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525</Words>
  <Application>Microsoft Office PowerPoint</Application>
  <PresentationFormat>On-screen Show (4:3)</PresentationFormat>
  <Paragraphs>116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Thème Office</vt:lpstr>
      <vt:lpstr>Les tris</vt:lpstr>
      <vt:lpstr>Les tris</vt:lpstr>
      <vt:lpstr>Le tri à bulle</vt:lpstr>
      <vt:lpstr>tri à bulle </vt:lpstr>
      <vt:lpstr>Le tri par sélection</vt:lpstr>
      <vt:lpstr>tri par sélection </vt:lpstr>
      <vt:lpstr>Tri par insertion</vt:lpstr>
      <vt:lpstr>tri par insertion </vt:lpstr>
      <vt:lpstr>Tri par fusion</vt:lpstr>
      <vt:lpstr>tri par fusion </vt:lpstr>
      <vt:lpstr>Le tri rapide </vt:lpstr>
      <vt:lpstr>Tri rapide</vt:lpstr>
      <vt:lpstr>Tri rapide (suite)</vt:lpstr>
      <vt:lpstr>Exercice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tris</dc:title>
  <dc:creator>Asus</dc:creator>
  <cp:lastModifiedBy>DELL</cp:lastModifiedBy>
  <cp:revision>19</cp:revision>
  <dcterms:created xsi:type="dcterms:W3CDTF">2017-02-14T12:15:58Z</dcterms:created>
  <dcterms:modified xsi:type="dcterms:W3CDTF">2018-03-08T00:22:29Z</dcterms:modified>
</cp:coreProperties>
</file>